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873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3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88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17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97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951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7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571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03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89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6904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777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0036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639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40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684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741E-83AE-6151-C5F0-FFB077CB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4ECB9-8019-12B3-3FA1-9D6925ECF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71624-96CF-0F79-11DA-763FF410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DC45E-F7EF-8393-0B63-610C97ED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057A6-95F8-5AAA-6FF6-FC010E2D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0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CF00A-FD32-427E-95F5-3A1E8C794986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88BAD5-A059-4C35-8144-8A02E8DE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99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1B01-EE06-8568-C232-3EAE1B34CC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Converting Sugarcane Bagasse into Paper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AE03B-0976-90DB-6DA2-74E19794C6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Step-by-Step Guide to Sustainable Production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7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D6C2-2C10-C293-A848-A2B9BB24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1: Collection &amp; Depithing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8C627-D686-EE6D-3E13-E2D1F0456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Collection: Gathering waste from sugar mills.</a:t>
            </a:r>
          </a:p>
          <a:p>
            <a:r>
              <a:rPr lang="en-US"/>
              <a:t>• Depithing: Mechanical removal of the soft 'pith' core.</a:t>
            </a:r>
          </a:p>
          <a:p>
            <a:r>
              <a:rPr lang="en-US"/>
              <a:t>• Result: High-quality cellulose fibers ready for processing.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948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A370-DA2F-116F-7C5D-2DCD260C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2: Digestion (Pulping)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04C5D-DD68-2D38-8429-B2D6A64B6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Process: Cooking fibers in a pressurized 'Digester'.</a:t>
            </a:r>
          </a:p>
          <a:p>
            <a:r>
              <a:rPr lang="en-US"/>
              <a:t>• Chemical Action: Using caustic soda to dissolve Lignin.</a:t>
            </a:r>
          </a:p>
          <a:p>
            <a:r>
              <a:rPr lang="en-US"/>
              <a:t>• Outcome: Separation of cellulose into a raw brown pulp.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21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9EA4-39B7-34FD-E990-FDEDE674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Washing &amp; Screening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493C4-23AE-754F-D910-C16876F71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Washing: Removing 'black liquor' (spent chemicals).</a:t>
            </a:r>
          </a:p>
          <a:p>
            <a:r>
              <a:rPr lang="en-US"/>
              <a:t>• Screening: Filtering out knots, dirt, and uncooked particles.</a:t>
            </a:r>
          </a:p>
          <a:p>
            <a:r>
              <a:rPr lang="en-US"/>
              <a:t>• Quality Control: Ensures a smooth and uniform pulp texture.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61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774C-8FDD-7F3F-4871-1C5C3DE5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4: Bleaching (Optional)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2F619-E1A4-90EB-C094-7389E97D0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Objective: Achieving high brightness for printing paper.</a:t>
            </a:r>
          </a:p>
          <a:p>
            <a:r>
              <a:rPr lang="en-US"/>
              <a:t>• Eco-Friendly Methods: Using ECF or TCF (Chlorine-free) techniques.</a:t>
            </a:r>
          </a:p>
          <a:p>
            <a:r>
              <a:rPr lang="en-US"/>
              <a:t>• Raw Finish: Often skipped for brown packaging materials.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6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0116-DB77-4AAA-1DE2-6145F49C2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Refining &amp; Stock Prep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FA3A7-99F2-FEAB-7AAB-B9A74E92A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Beating: Mechanically fraying fibers to improve bonding.</a:t>
            </a:r>
          </a:p>
          <a:p>
            <a:r>
              <a:rPr lang="en-US"/>
              <a:t>• Additives: Mixing in sizing agents, fillers, or dyes.</a:t>
            </a:r>
          </a:p>
          <a:p>
            <a:r>
              <a:rPr lang="en-US"/>
              <a:t>• Ready for Machine: The pulp is now 'Stock' ready for the wire.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754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B362-DC75-222F-D1B9-3ABE8E64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6: Sheet Forming &amp; Pressing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14517-A1C0-B18D-62A7-52080B9CA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Forming: Spraying diluted pulp onto a moving wire mesh.</a:t>
            </a:r>
          </a:p>
          <a:p>
            <a:r>
              <a:rPr lang="en-US"/>
              <a:t>• Drainage: Gravity and vacuums remove water to felt the fibers.</a:t>
            </a:r>
          </a:p>
          <a:p>
            <a:r>
              <a:rPr lang="en-US"/>
              <a:t>• Pressing: Heavy rollers squeeze out moisture and densify the sheet.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30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DE5B-0896-4E37-C2AF-06402766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7: Drying &amp; Finishing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38AD-2B14-222D-04A6-4807F86F3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Drying: Passing over steam cylinders to evaporate water.</a:t>
            </a:r>
          </a:p>
          <a:p>
            <a:r>
              <a:rPr lang="en-US"/>
              <a:t>• Calendering: Polished rollers create a smooth surface.</a:t>
            </a:r>
          </a:p>
          <a:p>
            <a:r>
              <a:rPr lang="en-US"/>
              <a:t>• Winding: Final paper is rolled and cut for distribution.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1776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301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Converting Sugarcane Bagasse into Paper</vt:lpstr>
      <vt:lpstr>Step 1: Collection &amp; Depithing</vt:lpstr>
      <vt:lpstr>Step 2: Digestion (Pulping)</vt:lpstr>
      <vt:lpstr>Step 3: Washing &amp; Screening</vt:lpstr>
      <vt:lpstr>Step 4: Bleaching (Optional)</vt:lpstr>
      <vt:lpstr>Step 5: Refining &amp; Stock Prep</vt:lpstr>
      <vt:lpstr>Step 6: Sheet Forming &amp; Pressing</vt:lpstr>
      <vt:lpstr>Step 7: Drying &amp; Finishing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ADAPA ABHIRAM</dc:creator>
  <cp:lastModifiedBy>ADAPA ABHIRAM</cp:lastModifiedBy>
  <cp:revision>1</cp:revision>
  <dcterms:created xsi:type="dcterms:W3CDTF">2026-03-13T05:21:14Z</dcterms:created>
  <dcterms:modified xsi:type="dcterms:W3CDTF">2026-03-13T05:25:41Z</dcterms:modified>
</cp:coreProperties>
</file>